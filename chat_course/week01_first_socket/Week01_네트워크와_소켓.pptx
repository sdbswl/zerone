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한 줄 목표: '내 키보드 입력이 다른 프로그램으로 건너간다'를 직접 보게 한다.</a:t>
            </a:r>
          </a:p>
          <a:p>
            <a:r>
              <a:t>수업 흐름 안내: 개념(전화 비유) 30분 → 라이브 코딩 70분 → 실행 데모/정리 20분.</a:t>
            </a:r>
          </a:p>
          <a:p>
            <a:r>
              <a:t>오늘은 일부러 클래스를 쓰지 않는다. 함수와 순서만으로 '되는' 프로그램을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먼저 묻는다: '메시지를 보내면 어떻게 상대에게 도착할까?'</a:t>
            </a:r>
          </a:p>
          <a:p>
            <a:r>
              <a:t>정답을 바로 주지 말 것. 오늘 끝에 '마법이 아니라 약속(프로토콜)'이라고 회수한다.</a:t>
            </a:r>
          </a:p>
          <a:p>
            <a:r>
              <a:t>이 수업 전체가 답하려는 질문 중 하나임을 짧게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칠판/화면에 전화기 그림 하나. IP→포트→소켓 순서로 짚는다.</a:t>
            </a:r>
          </a:p>
          <a:p>
            <a:r>
              <a:t>핵심 비유: 전화번호를 안다고 통화가 되는 게 아니라, 내선까지 맞아야 원하는 사람과 연결된다.</a:t>
            </a:r>
          </a:p>
          <a:p>
            <a:r>
              <a:t>여기서 localhost(127.0.0.1) = '내 컴퓨터 자신'이라는 점도 미리 말해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오해: '둘은 대등하다'. 아니다 — 역할이 다르다. 서버가 먼저 떠 있어야 한다.</a:t>
            </a:r>
          </a:p>
          <a:p>
            <a:r>
              <a:t>데모 전에 강조: 서버부터 실행, 그다음 클라이언트. 순서 바뀌면 '연결 거부' 오류가 난다(자연스러운 학습 포인트).</a:t>
            </a:r>
          </a:p>
          <a:p>
            <a:r>
              <a:t>한 프로그램이 상황에 따라 서버도 클라이언트도 될 수 있음은 뒤 주차에서 다룬다고만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순서가 오늘 코드의 뼈대다. 슬라이드의 단어 순서대로 코드가 흘러간다고 예고.</a:t>
            </a:r>
          </a:p>
          <a:p>
            <a:r>
              <a:t>send/recv 가 다루는 것은 '글자'가 아니라 '바이트'라는 점을 미리 흘려 둔다(다음 슬라이드 복선).</a:t>
            </a:r>
          </a:p>
          <a:p>
            <a:r>
              <a:t>그림으로: 왼쪽 서버 기둥, 오른쪽 클라이언트 기둥, 가운데 화살표(connect→accept→send/recv).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라이브로 한 줄씩 친다. AF_INET=IPv4, SOCK_STREAM=TCP 라고만 짧게.</a:t>
            </a:r>
          </a:p>
          <a:p>
            <a:r>
              <a:t>여기서 실행하면 accept() 에서 멈춘다 → '왜 멈췄지?'를 학생이 느끼게 한다.</a:t>
            </a:r>
          </a:p>
          <a:p>
            <a:r>
              <a:t>SO_REUSEADDR 는 실제 파일에는 넣어 두었지만 슬라이드에선 생략(군더더기 줄이기). 질문 나오면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여기가 1주차의 개념 핵심: 왜 .encode()/.decode() 가 필요한가.</a:t>
            </a:r>
          </a:p>
          <a:p>
            <a:r>
              <a:t>비유: 택배는 '물건'이 아니라 '상자'로 오간다. encode=포장, decode=개봉.</a:t>
            </a:r>
          </a:p>
          <a:p>
            <a:r>
              <a:t>한글을 빼먹고 decode 안 하면 b'...' 가 그대로 찍힌다 — 일부러 한 번 보여줘도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 코드와 데칼코마니처럼 닮았음을 보여준다: 한쪽은 bind/listen/accept, 한쪽은 connect.</a:t>
            </a:r>
          </a:p>
          <a:p>
            <a:r>
              <a:t>connect 의 짝이 서버의 accept 다. 화면 두 개를 나란히 두고 짝을 손으로 가리키며 설명.</a:t>
            </a:r>
          </a:p>
          <a:p>
            <a:r>
              <a:t>send 한쪽과 recv 다른쪽이 짝이라는 것도.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반복문으로 감싸 '한 번'이 아니라 '계속' 대화가 되게 한다.</a:t>
            </a:r>
          </a:p>
          <a:p>
            <a:r>
              <a:t>'if not data: break' 의 의미를 꼭 짚기 — 상대가 창을 닫으면 빈 바이트가 온다.</a:t>
            </a:r>
          </a:p>
          <a:p>
            <a:r>
              <a:t>클라이언트도 같은 while 구조라는 점만 말하고, 실제 파일에서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두(혹은 세) 터미널을 띄워 시연한다. 위 출력은 수업용으로 실제 실행해 캡처한 결과.</a:t>
            </a:r>
          </a:p>
          <a:p>
            <a:r>
              <a:t>데모 포인트: 클라이언트에서 친 글자가 서버 화면에 '건너가' 뜨는 순간을 짚어 준다.</a:t>
            </a:r>
          </a:p>
          <a:p>
            <a:r>
              <a:t>서버를 안 켜고 클라이언트를 먼저 실행해 '연결 거부' 오류를 일부러 한 번 보여줘도 좋다(순서의 중요성).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도입 질문('인터넷은 마법인가?')을 여기서 회수한다.</a:t>
            </a:r>
          </a:p>
          <a:p>
            <a:r>
              <a:t>마지막 점을 강조: 지금은 함수·절차만으로 충분했다. 요구가 늘면 이 방식이 어떻게 무너지는지 다음 주들에서 겪는다.</a:t>
            </a:r>
          </a:p>
          <a:p>
            <a:r>
              <a:t>다음 주 예고: 한 명이 아니라 '여러 명이 동시에' 떠드는 단체 채팅.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에코 변형은 server.py 파일 맨 아래 주석에 힌트를 넣어 두었다.</a:t>
            </a:r>
          </a:p>
          <a:p>
            <a:r>
              <a:t>친구 PC 연결은 방화벽 때문에 막힐 수 있다 — 안 되면 다음 시간에 같이 본다고 안내.</a:t>
            </a:r>
          </a:p>
          <a:p>
            <a:r>
              <a:t>과제 제출물은 다음 주 도입에서 1~2개 함께 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두 프로그램이 처음 대화한다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네트워크와 소켓 · 한 대의 PC 안에서 서버와 클라이언트를 연결하기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프로그램끼리 어떻게 메시지를 주고받지?
인터넷은 마법인가?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카톡으로 보낸 한 글자가, 상대 폰까지 가는 동안 안에서 무슨 일이 벌어질까요?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네트워크를 전화 통화에 빗대어 보면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IP 주소 = 전화번호 — 세상의 어느 컴퓨터인가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포트(Port) = 내선번호 — 그 컴퓨터의 어느 프로그램인가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소켓(Socket) = 통화 중인 수화기 — 실제로 말이 오가는 통로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한 컴퓨터 안에서도 프로그램마다 포트가 다르다 (예: 5000번)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우리 채팅 서버는 5000번 '내선'으로 손님을 받는다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누가 기다리고, 누가 말을 거는가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서버(Server) = 항상 받을 준비를 하고 기다리는 쪽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전화를 받으려고 가게 문을 열어 둔 사람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클라이언트(Client) = 먼저 말을 거는 쪽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번호를 눌러 전화를 거는 사람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그래서 순서가 중요하다 — 서버를 먼저 켜야 클라이언트가 연결할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연결이 만들어지는 순서 (TCP)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서버:  socket → bind → listen → accept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bind: '나는 5000번 내선을 쓰겠다'고 등록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listen/accept: 손님이 올 때까지 기다리다가 받는다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클라이언트:  socket → connect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connect: 서버의 IP·포트로 전화를 건다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연결된 뒤부터는 양쪽 모두  send / recv  로 주고받는다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서버 만들기 — 손님을 기다리는 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import socket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HOST = "127.0.0.1"   </a:t>
            </a:r>
            <a:r>
              <a:rPr sz="1500">
                <a:solidFill>
                  <a:srgbClr val="7C8A9E"/>
                </a:solidFill>
                <a:latin typeface="Consolas"/>
              </a:rPr>
              <a:t># 내 컴퓨터 자신(localhost)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PORT = 5000          </a:t>
            </a:r>
            <a:r>
              <a:rPr sz="1500">
                <a:solidFill>
                  <a:srgbClr val="7C8A9E"/>
                </a:solidFill>
                <a:latin typeface="Consolas"/>
              </a:rPr>
              <a:t># 약속한 내선번호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7C8A9E"/>
                </a:solidFill>
                <a:latin typeface="Consolas"/>
              </a:rPr>
              <a:t># 1) 소켓을 만든다 (수화기를 든다)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server_socket = socket.socket(socket.AF_INET, socket.SOCK_STREAM)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7C8A9E"/>
                </a:solidFill>
                <a:latin typeface="Consolas"/>
              </a:rPr>
              <a:t># 2) 이 번호+내선을 내 것으로 등록한다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server_socket.bind((HOST, PORT))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7C8A9E"/>
                </a:solidFill>
                <a:latin typeface="Consolas"/>
              </a:rPr>
              <a:t># 3) 전화를 받겠다고 선언하고 기다린다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server_socket.listen(1)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conn, addr = server_socket.accept()   </a:t>
            </a:r>
            <a:r>
              <a:rPr sz="1500">
                <a:solidFill>
                  <a:srgbClr val="7C8A9E"/>
                </a:solidFill>
                <a:latin typeface="Consolas"/>
              </a:rPr>
              <a:t># 손님이 올 때까지 여기서 멈춤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accept() 에서 프로그램이 '멈춰서 기다리는' 것을 직접 보여주세요.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메시지 받기 — 바이트와 글자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7C8A9E"/>
                </a:solidFill>
                <a:latin typeface="Consolas"/>
              </a:rPr>
              <a:t># 손님과 이야기할 전용 수화기: conn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data = conn.recv(1024)        </a:t>
            </a:r>
            <a:r>
              <a:rPr sz="1500">
                <a:solidFill>
                  <a:srgbClr val="7C8A9E"/>
                </a:solidFill>
                <a:latin typeface="Consolas"/>
              </a:rPr>
              <a:t># 상대가 보낸 '바이트'를 받는다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message = data.decode("utf-8")  </a:t>
            </a:r>
            <a:r>
              <a:rPr sz="1500">
                <a:solidFill>
                  <a:srgbClr val="7C8A9E"/>
                </a:solidFill>
                <a:latin typeface="Consolas"/>
              </a:rPr>
              <a:t># 바이트 → 글자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print("[손님]", message)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reply = input("[나(서버)] 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conn.sendall(reply.encode("utf-8"))  </a:t>
            </a:r>
            <a:r>
              <a:rPr sz="1500">
                <a:solidFill>
                  <a:srgbClr val="7C8A9E"/>
                </a:solidFill>
                <a:latin typeface="Consolas"/>
              </a:rPr>
              <a:t># 글자 → 바이트 로 보낸다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네트워크에는 '글자'가 아니라 '바이트'가 흐른다 → encode/decode 가 필요한 이유.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클라이언트 만들기 — 말을 거는 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import socket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HOST = "127.0.0.1"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PORT = 5000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client_socket = socket.socket(socket.AF_INET, socket.SOCK_STREAM)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client_socket.connect((HOST, PORT))   </a:t>
            </a:r>
            <a:r>
              <a:rPr sz="1500">
                <a:solidFill>
                  <a:srgbClr val="7C8A9E"/>
                </a:solidFill>
                <a:latin typeface="Consolas"/>
              </a:rPr>
              <a:t># 서버에 전화를 건다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message = input("[나(클라이언트)] 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client_socket.sendall(message.encode("utf-8"))   </a:t>
            </a:r>
            <a:r>
              <a:rPr sz="1500">
                <a:solidFill>
                  <a:srgbClr val="7C8A9E"/>
                </a:solidFill>
                <a:latin typeface="Consolas"/>
              </a:rPr>
              <a:t># 보내고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data = client_socket.recv(1024)        </a:t>
            </a:r>
            <a:r>
              <a:rPr sz="1500">
                <a:solidFill>
                  <a:srgbClr val="7C8A9E"/>
                </a:solidFill>
                <a:latin typeface="Consolas"/>
              </a:rPr>
              <a:t># 답을 받는다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print("[서버]", data.decode("utf-8"))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서버와 같은 HOST·PORT 여야 연결된다. 번호가 다르면 만날 수 없다.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한 줄로 끝내지 말고 — 계속 주고받기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while True: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data = conn.recv(1024)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if not data:                 </a:t>
            </a:r>
            <a:r>
              <a:rPr sz="1500">
                <a:solidFill>
                  <a:srgbClr val="7C8A9E"/>
                </a:solidFill>
                <a:latin typeface="Consolas"/>
              </a:rPr>
              <a:t># 빈 데이터면 상대가 나갔다는 뜻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    print("[서버] 상대가 연결을 끊었습니다.")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    break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print("[손님]", data.decode("utf-8"))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reply = input("[나(서버)] 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    conn.sendall(reply.encode("utf-8"))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recv 가 빈 값(b"")을 주면 = 상대가 연결을 끊었다는 신호.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두 터미널이 대화한다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120640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터미널 1 :  python server.py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5120640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[서버] 127.0.0.1:5000 에서 손님을 기다립니다...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[서버] ('127.0.0.1', 36944) 손님이 연결되었습니다!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       대화를 시작하세요.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[손님] 안녕 서버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[나(서버)] 반가워요!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터미널 2 :  python client.py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57400"/>
            <a:ext cx="5120640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[클라이언트] 127.0.0.1:5000 서버에 연결했습니다!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[나(클라이언트)] 안녕 서버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[서버] 반가워요!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EAECF0"/>
                </a:solidFill>
                <a:latin typeface="Consolas"/>
              </a:rPr>
              <a:t>[나(클라이언트)] 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내 키보드 입력이, 다른 프로그램으로 건너갔다.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네트워크는 마법이 아니라 '약속(프로토콜)'이다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서버는 기다리는 쪽, 클라이언트는 말을 거는 쪽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네트워크엔 바이트가 흐른다 → encode / decode 가 필요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여기까지 클래스는 한 번도 쓰지 않았다 (다음 주부터 흔들린다)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에코 변형: 서버가 받은 문장을 대문자로 바꿔 되돌려보내기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힌트: reply = message.upper()  로 바꿔 보세요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닉네임을 입력받아 '닉네임: 메시지' 형태로 표시해 보기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같은 와이파이의 친구 PC와 IP로 연결 시도해 보기 (가능하면)</a:t>
            </a:r>
          </a:p>
          <a:p>
            <a:pPr algn="l" lvl="1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HOST 를 친구 컴퓨터의 IP 로 바꾸면 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