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20241"/>
    <p:restoredTop sz="75844"/>
  </p:normalViewPr>
  <p:slideViewPr>
    <p:cSldViewPr snapToGrid="0" snapToObjects="1">
      <p:cViewPr varScale="1">
        <p:scale>
          <a:sx n="59" d="100"/>
          <a:sy n="59" d="100"/>
        </p:scale>
        <p:origin x="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33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만든 부품(메시지·Codec·Room·저장소)을 한데 모았더니 서버가 다시 커졌다.</a:t>
            </a:r>
          </a:p>
          <a:p>
            <a:r>
              <a:t>오늘 한 줄 목표: 책임을 작은 객체로 나누고, 새 명령(/rename, /w)을 '한 곳 수정'으로 추가한다.</a:t>
            </a:r>
          </a:p>
          <a:p>
            <a:r>
              <a:t>이번 주가 C단계(방)의 마무리이자, 서버 측 설계의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7주차까지의 server.py 를 띄워, handle 함수가 점점 길어진 걸 보여 준다.</a:t>
            </a:r>
          </a:p>
          <a:p>
            <a:r>
              <a:t>문제는 '한 곳이 너무 많은 일을 한다'. 해결은 '나누기'.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책임</a:t>
            </a:r>
            <a:r>
              <a:rPr dirty="0"/>
              <a:t>: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객체가</a:t>
            </a:r>
            <a:r>
              <a:rPr dirty="0"/>
              <a:t> </a:t>
            </a:r>
            <a:r>
              <a:rPr dirty="0" err="1"/>
              <a:t>바뀌어야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이유는</a:t>
            </a:r>
            <a:r>
              <a:rPr dirty="0"/>
              <a:t> </a:t>
            </a:r>
            <a:r>
              <a:rPr dirty="0" err="1"/>
              <a:t>하나뿐이어야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  <a:p>
            <a:r>
              <a:rPr dirty="0" err="1"/>
              <a:t>지난주까지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Room/Repository 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나눠</a:t>
            </a:r>
            <a:r>
              <a:rPr dirty="0"/>
              <a:t> </a:t>
            </a:r>
            <a:r>
              <a:rPr dirty="0" err="1"/>
              <a:t>두었다</a:t>
            </a:r>
            <a:r>
              <a:rPr dirty="0"/>
              <a:t>. </a:t>
            </a:r>
            <a:r>
              <a:rPr dirty="0" err="1"/>
              <a:t>오늘은</a:t>
            </a:r>
            <a:r>
              <a:rPr dirty="0"/>
              <a:t> </a:t>
            </a:r>
            <a:r>
              <a:rPr dirty="0" err="1"/>
              <a:t>연결·명령을</a:t>
            </a:r>
            <a:r>
              <a:rPr dirty="0"/>
              <a:t> </a:t>
            </a:r>
            <a:r>
              <a:rPr dirty="0" err="1"/>
              <a:t>추가로</a:t>
            </a:r>
            <a:r>
              <a:rPr dirty="0"/>
              <a:t> </a:t>
            </a:r>
            <a:r>
              <a:rPr dirty="0" err="1"/>
              <a:t>분리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ChatServer 를 '지휘자'로 비유. 연주는 부품(객체)들이 한다.</a:t>
            </a:r>
          </a:p>
          <a:p>
            <a:r>
              <a:t>조립 지점(build_server)에서 부품을 주입 — 5·7주차 DI 의 연장선.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 이 생기면서, 서버 곳곳의 작은 딕셔너리(nickname_of, room_of)가 사라진다.</a:t>
            </a:r>
          </a:p>
          <a:p>
            <a:r>
              <a:t>find_by_nickname 은 귓속말(/w) 구현에 쓰인다 — 다음 슬라이드 명령 표와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4주차 메시지 등록표(registry)와 같은 발상 — 분기 대신 표.</a:t>
            </a:r>
          </a:p>
          <a:p>
            <a:r>
              <a:t>새 명령을 추가해도 handle 코드는 안 바뀐다. 표와 메서드만 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on_line 이 짧다 — 분기 두 갈래(명령/메시지)뿐, 나머지는 위임.</a:t>
            </a:r>
          </a:p>
          <a:p>
            <a:r>
              <a:t>7주차까지 길었던 handle 이 작은 객체들로 흩어지며 읽기 쉬워졌다.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실제로 server.py + 두 클라이언트로 캡처. /rename 과 /w 가 동작한다.</a:t>
            </a:r>
          </a:p>
          <a:p>
            <a:r>
              <a:t>데모 포인트: 귓속말은 방 전체가 아니라 두 사람에게만 간다.</a:t>
            </a:r>
          </a:p>
          <a:p>
            <a:r>
              <a:t>핵심: 두 새 명령을 넣을 때 server.py 는 건드리지 않았다 — command.py 표에 두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1~9주를 한 문장으로 회수: 절차적 → 객체 → 다형성 → DI → 방 → 협력하는 서버.</a:t>
            </a:r>
          </a:p>
          <a:p>
            <a:r>
              <a:t>여기까지가 서버의 완성. 10주부터는 '서버는 그대로 두고' 클라이언트만 바꾼다.</a:t>
            </a:r>
          </a:p>
          <a:p>
            <a:r>
              <a:t>잘 만든 서버(계약)는 클라이언트 종류를 가리지 않는다고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가르치는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이름표</a:t>
            </a:r>
            <a:r>
              <a:rPr dirty="0"/>
              <a:t> </a:t>
            </a:r>
            <a:r>
              <a:rPr dirty="0" err="1"/>
              <a:t>붙이기</a:t>
            </a:r>
            <a:r>
              <a:rPr dirty="0"/>
              <a:t>'. </a:t>
            </a:r>
            <a:r>
              <a:rPr dirty="0" err="1"/>
              <a:t>학생이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코드가</a:t>
            </a:r>
            <a:r>
              <a:rPr dirty="0"/>
              <a:t> </a:t>
            </a:r>
            <a:r>
              <a:rPr dirty="0" err="1"/>
              <a:t>곧</a:t>
            </a:r>
            <a:r>
              <a:rPr dirty="0"/>
              <a:t> </a:t>
            </a:r>
            <a:r>
              <a:rPr dirty="0" err="1"/>
              <a:t>교과서</a:t>
            </a:r>
            <a:r>
              <a:rPr dirty="0"/>
              <a:t> </a:t>
            </a:r>
            <a:r>
              <a:rPr dirty="0" err="1"/>
              <a:t>패턴이었음을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준다</a:t>
            </a:r>
            <a:r>
              <a:rPr dirty="0"/>
              <a:t>.</a:t>
            </a:r>
          </a:p>
          <a:p>
            <a:r>
              <a:rPr dirty="0"/>
              <a:t>Factory: 5주차 </a:t>
            </a:r>
            <a:r>
              <a:rPr dirty="0" err="1"/>
              <a:t>from_wire</a:t>
            </a:r>
            <a:r>
              <a:rPr dirty="0"/>
              <a:t> / 4주차 </a:t>
            </a:r>
            <a:r>
              <a:rPr dirty="0" err="1"/>
              <a:t>make_message</a:t>
            </a:r>
            <a:r>
              <a:rPr dirty="0"/>
              <a:t> — '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만들까’를</a:t>
            </a:r>
            <a:r>
              <a:rPr dirty="0"/>
              <a:t> </a:t>
            </a:r>
            <a:r>
              <a:rPr lang="en-US" dirty="0"/>
              <a:t>**</a:t>
            </a:r>
            <a:r>
              <a:rPr dirty="0" err="1"/>
              <a:t>한곳</a:t>
            </a:r>
            <a:r>
              <a:rPr lang="en-US" dirty="0"/>
              <a:t>**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.</a:t>
            </a:r>
          </a:p>
          <a:p>
            <a:r>
              <a:rPr dirty="0"/>
              <a:t>Strategy: 5주차 Codec(</a:t>
            </a:r>
            <a:r>
              <a:rPr dirty="0" err="1"/>
              <a:t>평문→AES</a:t>
            </a:r>
            <a:r>
              <a:rPr dirty="0"/>
              <a:t> </a:t>
            </a:r>
            <a:r>
              <a:rPr dirty="0" err="1"/>
              <a:t>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교체함</a:t>
            </a:r>
            <a:r>
              <a:rPr dirty="0"/>
              <a:t>), 7~8주차 </a:t>
            </a:r>
            <a:r>
              <a:rPr dirty="0" err="1"/>
              <a:t>RoomRepository</a:t>
            </a:r>
            <a:r>
              <a:rPr dirty="0"/>
              <a:t>(</a:t>
            </a:r>
            <a:r>
              <a:rPr dirty="0" err="1"/>
              <a:t>메모리↔파일</a:t>
            </a:r>
            <a:r>
              <a:rPr dirty="0"/>
              <a:t>) — </a:t>
            </a:r>
            <a:r>
              <a:rPr dirty="0" err="1"/>
              <a:t>동작을</a:t>
            </a:r>
            <a:r>
              <a:rPr dirty="0"/>
              <a:t> </a:t>
            </a:r>
            <a:r>
              <a:rPr dirty="0" err="1"/>
              <a:t>부품으로</a:t>
            </a:r>
            <a:r>
              <a:rPr dirty="0"/>
              <a:t> </a:t>
            </a:r>
            <a:r>
              <a:rPr dirty="0" err="1"/>
              <a:t>빼서</a:t>
            </a:r>
            <a:r>
              <a:rPr dirty="0"/>
              <a:t> </a:t>
            </a:r>
            <a:r>
              <a:rPr dirty="0" err="1"/>
              <a:t>갈아끼움</a:t>
            </a:r>
            <a:r>
              <a:rPr dirty="0"/>
              <a:t>.</a:t>
            </a:r>
          </a:p>
          <a:p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'</a:t>
            </a:r>
            <a:r>
              <a:rPr dirty="0" err="1"/>
              <a:t>주입</a:t>
            </a:r>
            <a:r>
              <a:rPr dirty="0"/>
              <a:t>(DI)'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밖에서</a:t>
            </a:r>
            <a:r>
              <a:rPr dirty="0"/>
              <a:t> </a:t>
            </a:r>
            <a:r>
              <a:rPr dirty="0" err="1"/>
              <a:t>꽂는다는</a:t>
            </a:r>
            <a:r>
              <a:rPr dirty="0"/>
              <a:t>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.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(Java </a:t>
            </a:r>
            <a:r>
              <a:rPr dirty="0" err="1"/>
              <a:t>등</a:t>
            </a:r>
            <a:r>
              <a:rPr dirty="0"/>
              <a:t>)</a:t>
            </a:r>
            <a:r>
              <a:rPr dirty="0" err="1"/>
              <a:t>에서도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이름으로</a:t>
            </a:r>
            <a:r>
              <a:rPr dirty="0"/>
              <a:t> </a:t>
            </a:r>
            <a:r>
              <a:rPr dirty="0" err="1"/>
              <a:t>만난다고</a:t>
            </a:r>
            <a:r>
              <a:rPr dirty="0"/>
              <a:t> </a:t>
            </a:r>
            <a:r>
              <a:rPr dirty="0" err="1"/>
              <a:t>짚어</a:t>
            </a:r>
            <a:r>
              <a:rPr dirty="0"/>
              <a:t> </a:t>
            </a:r>
            <a:r>
              <a:rPr dirty="0" err="1"/>
              <a:t>주면</a:t>
            </a:r>
            <a:r>
              <a:rPr dirty="0"/>
              <a:t> </a:t>
            </a:r>
            <a:r>
              <a:rPr dirty="0" err="1"/>
              <a:t>좋다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직접 명령을 추가하며 '한 곳 수정'의 가벼움을 손으로 느끼게 한다.</a:t>
            </a:r>
          </a:p>
          <a:p>
            <a:r>
              <a:t>마지막 생각거리로 '표 기반 분리'의 확장성을 스스로 정리하게 한다.</a:t>
            </a:r>
          </a:p>
          <a:p>
            <a:r>
              <a:t>최종(12주) 발표의 '나만의 기능 1개'와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객체들이 협력하는 서버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책임을 작은 객체로 나누기 · 새 기능이 '수술'이 아니라 '끼우기'가 되도록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기능이 늘면서 서버 코드가 다시 커졌다.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어떻게 정리하지?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한 함수가 명령 해석·방 관리·전송·세션까지 다 떠안고 있지 않나요?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단일 책임 — 한 객체는 한 가지 일만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연결 관리 — 누가 접속해 있나 (Session / ConnectionManager)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명령 해석 — /create, /join, /w … (CommandHandler)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방 라우팅 — 누구에게 보낼까 (Room)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저장 — 방을 어디에 둘까 (RoomRepository)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각자 자기 일만 하면, 고칠 때 '어디를 볼지'가 분명해진다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협력 — 작은 객체들이 서로 부른다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ChatServer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직접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일하지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않는다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.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부품들에게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시키고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흐름만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잇는다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on_line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: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명령이면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CommandHandler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,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아니면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Room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넘긴다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CommandHandler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Room·Repository·Connections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불러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일을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처리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조립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주입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곳에서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ChatServer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(codec, rooms, connections)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session.py — 접속을 객체로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Session:     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접속한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한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사람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conn, nickname):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self.conn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conn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self.nickname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self.room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None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방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ConnectionManager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모든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Session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관리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add(self, conn, nickname):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remove(self, conn):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find_by_nickname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(self, name): ...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귓속말에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사용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흩어져 있던 접속 정보(닉네임·현재 방)가 Session 한 곳으로.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command.py — 명령을 '표'로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CommandHandler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server):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server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self.table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{     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-&gt;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처리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메서드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"/create":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self.cmd_create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"/join":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self.cmd_join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"/rename":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self.cmd_rename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  # 새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"/w":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self.cmd_whisper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 # 새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handle(self, session, text):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cmd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split(text)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self.table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[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cmd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](session,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# if/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대신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표에서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찾기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긴 if/elif 대신 표(dict). 새 명령은 표에 한 줄 + 메서드 하나.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server.py — 조립하고 흐름만 지휘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codec, rooms, connections):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주입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codec;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self.rooms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rooms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self.connections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connections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self.commands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CommandHandler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on_line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(self, session, line):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msg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self.codec.decode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(line)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if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isinstance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TextMessage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and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msg.text.startswith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("/"):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self.commands.handle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(session,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msg.text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위임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session.room.post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self.raw_send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메시지는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방으로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ChatServer 는 '누구에게 넘길지'만 정한다. 일은 부품이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이름 변경과 귓속말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민수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(으)로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/w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귓속말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 나: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영희 → 영희짱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/rename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귓속말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←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둘만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보인다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새 명령을 추가한 곳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command.py 의 표: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"/rename":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self.cmd_rename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"/w":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self.cmd_whisper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본체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(server.py)는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한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줄도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안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고쳤다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설계가 좋으면, 기능 추가가 '수술'이 아니라 '끼우기'가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한 객체는 한 가지 일만 (단일 책임)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ChatServer 는 조립·지휘, 일은 부품이 (협력)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새 명령 = 표에 한 줄 + 메서드 하나, 본체는 그대로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단계: 같은 서버에 화면(GUI)·웹 클라이언트를 붙인다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사실은 — 우리가 만든 게 '교과서 패턴' 이었다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팩토리 (Factory)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전략 (Strategy)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알맞은 객체를 만들어 준다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동작(알고리즘)을 갈아끼운다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핵심 질문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무엇을 만들까?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어떻게 처리할까?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우리 코드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from_wire, make_message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Codec, RoomRepository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갈아끼운 예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한 줄 → 알맞은 Message 객체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평문 ↔ AES,  메모리 ↔ 파일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새 개념이 아니다 — 이미 만들어 쓰던 것에 '이름'을 붙였을 뿐. (Factory=생성, Strategy=교체 가능한 동작)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새 명령 직접 추가하기 — 예: /me (행동 표현), /clear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command.py 표에 한 줄 + 메서드 하나만 추가해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/w 를 '현재 방 안에서만' 가능하도록 제한해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ConnectionManager 에 '전체 접속자 수' 보여주는 /count 추가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명령이 100개가 되어도 이 구조가 견딜까? 왜?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53739-6832-AD0C-22D0-97E7806BA92D}"/>
              </a:ext>
            </a:extLst>
          </p:cNvPr>
          <p:cNvSpPr txBox="1"/>
          <p:nvPr/>
        </p:nvSpPr>
        <p:spPr>
          <a:xfrm>
            <a:off x="1828800" y="1611086"/>
            <a:ext cx="5769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여러분께 부탁</a:t>
            </a:r>
            <a:r>
              <a:rPr kumimoji="1" lang="en-US" altLang="ko-KR" dirty="0"/>
              <a:t>~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OOP</a:t>
            </a:r>
            <a:r>
              <a:rPr kumimoji="1" lang="ko-KR" altLang="en-US" dirty="0"/>
              <a:t>적인 생각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 err="1"/>
              <a:t>표그리귕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044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1402</Words>
  <Application>Microsoft Macintosh PowerPoint</Application>
  <PresentationFormat>와이드스크린</PresentationFormat>
  <Paragraphs>144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서윤지</cp:lastModifiedBy>
  <cp:revision>4</cp:revision>
  <dcterms:created xsi:type="dcterms:W3CDTF">2013-01-27T09:14:16Z</dcterms:created>
  <dcterms:modified xsi:type="dcterms:W3CDTF">2026-08-13T09:17:37Z</dcterms:modified>
  <cp:category/>
</cp:coreProperties>
</file>