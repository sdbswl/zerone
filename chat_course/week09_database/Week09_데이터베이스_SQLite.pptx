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9000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번외 강좌. 목표: DB 이론만 배운 학생이 SQL 을 '직접 실행' 해 보게 한다.</a:t>
            </a:r>
          </a:p>
          <a:p>
            <a:r>
              <a:t>핵심 프레이밍: 새 주제가 아니라 RoomRepository 에 SQLite 구현체를 하나 더 붙이는 것.</a:t>
            </a:r>
          </a:p>
          <a:p>
            <a:r>
              <a:t>깊이: DDL(CREATE)+DML(CRUD/JOIN)만. DCL 은 한 줄로 스킵.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7~8주차에 InMemory / File 저장소를 만들었다. 이제 진짜 DB(SQLite) 차례.</a:t>
            </a:r>
          </a:p>
          <a:p>
            <a:r>
              <a:t>이건 RoomRepository 구현체를 하나 더 만드는 것 — 5주차 Strategy/DI 의 연장.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DDL/DML/DCL 은 '한 번 인지' 하고 넘어간다. 우리는 DCL 을 안 쓴다(파일 DB라 권한 개념 없음).</a:t>
            </a:r>
          </a:p>
          <a:p>
            <a:r>
              <a:t>SQLite 는 파이썬 표준 sqlite3 — pip 도 설치도 필요 없다는 점을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실습 전 환경 세팅. 학생 대부분 VS Code 를 쓰니 확장 2개만 깔면 된다.</a:t>
            </a:r>
          </a:p>
          <a:p>
            <a:r>
              <a:t>SQLite 는 서버가 없어 '접속 정보(호스트/비번)' 없이 .db 파일만 열면 끝 — MySQL 과 다른 점.</a:t>
            </a:r>
          </a:p>
          <a:p>
            <a:r>
              <a:t>가장 간단한 길은 python run_sql.py — DB 도구가 없어도 즉시 결과가 표로 나온다.</a:t>
            </a:r>
          </a:p>
          <a:p>
            <a:r>
              <a:t>GUI 로 편하게 볼 땐 SQLite Viewer(보기) + alexcvzz SQLite(쿼리 실행) 조합을 권한다.</a:t>
            </a:r>
          </a:p>
          <a:p>
            <a:r>
              <a:t>주의: run_sql.py 는 실행마다 chat.db 를 새로 만든다 → 확장으로 열어 뒀으면 새로고침하면 반영.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학생이 이미 아는 PK/FK 를 '우리 프로젝트' 로 실체화. 추상적 정규화 이론은 다시 안 한다.</a:t>
            </a:r>
          </a:p>
          <a:p>
            <a:r>
              <a:t>room_members(다대다)는 설계 과제로 남긴다 — 스스로 왜 복합 PK 인지 생각하게.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01_crud.sql 을 python run_sql.py 01_crud.sql 로 그 자리에서 실행해 보여 준다.</a:t>
            </a:r>
          </a:p>
          <a:p>
            <a:r>
              <a:t>WHERE 누락 사고를 반드시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JOIN 은 어렵게 설명하지 말 것 — 'FK 와 PK 를 맞춰 두 표를 붙인다' 면 충분.</a:t>
            </a:r>
          </a:p>
          <a:p>
            <a:r>
              <a:t>ON 뒤의 조건이 '연결 고리' 라는 것만 또렷이.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02_join.sql 을 실제로 실행한 결과. JOIN 전엔 user_id 숫자만, JOIN 후엔 닉네임.</a:t>
            </a:r>
          </a:p>
          <a:p>
            <a:r>
              <a:t>DB 도구 없이 python run_sql.py 로 돌아간다는 점(설치 0)을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여기서 '다 주지 않는다'. 힌트 파일의 뼈대와 접근법만 보여 주고 학생이 완성.</a:t>
            </a:r>
          </a:p>
          <a:p>
            <a:r>
              <a:t>핵심 재확인: RoomRepository 계약 덕에 저장 방식(DB)을 갈아끼워도 나머지는 그대로.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강좌의 진짜 목표는 SQL 문법이 아니라 'DB 도 부품' 이라는 설계 감각.</a:t>
            </a:r>
          </a:p>
          <a:p>
            <a:r>
              <a:t>DB 특유 문법은 Repository 안에만 가두고, SQL 은 표준으로 — 그래야 갈아끼울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마지막 생각거리가 이 강좌의 결론(계약으로 격리 = DB 교체 자유)을 스스로 말하게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2E86C1"/>
                </a:solidFill>
                <a:latin typeface="맑은 고딕"/>
              </a:rPr>
              <a:t>파이썬으로 만드는 실시간 채팅 프로그램 · 번외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맑은 고딕"/>
              </a:rPr>
              <a:t>채팅 데이터를 진짜 DB에 담자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SQLite · CRUD · JOIN — 이론은 배웠으니, 이번엔 손으로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2E86C1"/>
                </a:solidFill>
                <a:latin typeface="맑은 고딕"/>
              </a:rPr>
              <a:t>이런 게 궁금하지 않나요?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194560"/>
            <a:ext cx="10058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600" b="1">
                <a:solidFill>
                  <a:srgbClr val="1F3A5F"/>
                </a:solidFill>
                <a:latin typeface="맑은 고딕"/>
              </a:rPr>
              <a:t>서버를 껐다 켜면 대화가 사라진다.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600" b="1">
                <a:solidFill>
                  <a:srgbClr val="1F3A5F"/>
                </a:solidFill>
                <a:latin typeface="맑은 고딕"/>
              </a:rPr>
              <a:t>어디에, 어떻게 남겨 둘까?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754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b="0">
                <a:solidFill>
                  <a:srgbClr val="6B7A8C"/>
                </a:solidFill>
                <a:latin typeface="맑은 고딕"/>
              </a:rPr>
              <a:t>지금은 메모리·JSON 파일에 저장했죠. 이번엔 '진짜 데이터베이스' 에.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SQL 은 세 종류 — 한 번만 짚고 갑니다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00200"/>
          <a:ext cx="10789920" cy="20695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분류</a:t>
                      </a:r>
                    </a:p>
                  </a:txBody>
                  <a:tcPr marL="109728" marR="109728" marT="36576" marB="36576" anchor="ctr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하는 일</a:t>
                      </a:r>
                    </a:p>
                  </a:txBody>
                  <a:tcPr marL="109728" marR="109728" marT="36576" marB="36576" anchor="ctr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예</a:t>
                      </a:r>
                    </a:p>
                  </a:txBody>
                  <a:tcPr marL="109728" marR="109728" marT="36576" marB="36576" anchor="ctr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우리는?</a:t>
                      </a:r>
                    </a:p>
                  </a:txBody>
                  <a:tcPr marL="109728" marR="109728" marT="36576" marB="36576" anchor="ctr">
                    <a:solidFill>
                      <a:srgbClr val="2E86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DDL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표(구조)를 만든다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CREATE, DROP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CREATE 만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DML</a:t>
                      </a:r>
                    </a:p>
                  </a:txBody>
                  <a:tcPr marL="109728" marR="109728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데이터를 다룬다</a:t>
                      </a:r>
                    </a:p>
                  </a:txBody>
                  <a:tcPr marL="109728" marR="109728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SELECT/INSERT/UPDATE/DELETE</a:t>
                      </a:r>
                    </a:p>
                  </a:txBody>
                  <a:tcPr marL="109728" marR="109728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전부 (핵심)</a:t>
                      </a:r>
                    </a:p>
                  </a:txBody>
                  <a:tcPr marL="109728" marR="109728" marT="36576" marB="36576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DCL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권한을 관리한다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GRANT, REVOKE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안 씀 (SQLite 해당 없음)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2179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600" b="0">
                <a:solidFill>
                  <a:srgbClr val="6B7A8C"/>
                </a:solidFill>
                <a:latin typeface="맑은 고딕"/>
              </a:rPr>
              <a:t>SQLite = 파일 하나가 곧 DB. 설치·서버·권한(DCL) 없음 → CREATE + CRUD + JOIN 에 집중.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실습 준비 — VS Code 로 DB 보기 (설치 → 실행)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 dirty="0">
                <a:solidFill>
                  <a:srgbClr val="222933"/>
                </a:solidFill>
                <a:latin typeface="맑은 고딕"/>
              </a:rPr>
              <a:t>•  VS Code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확장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2개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설치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 (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Ctrl+Shift+X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에서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검색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)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900" b="0" dirty="0">
                <a:solidFill>
                  <a:srgbClr val="6B7A8C"/>
                </a:solidFill>
                <a:latin typeface="맑은 고딕"/>
              </a:rPr>
              <a:t>–  "SQLite Viewer"  —  .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db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파일을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'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클릭만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'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하면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표로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보기</a:t>
            </a:r>
            <a:endParaRPr sz="1900" b="0" dirty="0">
              <a:solidFill>
                <a:srgbClr val="6B7A8C"/>
              </a:solidFill>
              <a:latin typeface="맑은 고딕"/>
            </a:endParaRP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900" b="0" dirty="0">
                <a:solidFill>
                  <a:srgbClr val="6B7A8C"/>
                </a:solidFill>
                <a:latin typeface="맑은 고딕"/>
              </a:rPr>
              <a:t>–  "SQLite" (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제작자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alexcvzz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)  —  .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sql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을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직접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실행</a:t>
            </a:r>
            <a:endParaRPr sz="1900" b="0" dirty="0">
              <a:solidFill>
                <a:srgbClr val="6B7A8C"/>
              </a:solidFill>
              <a:latin typeface="맑은 고딕"/>
            </a:endParaRP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 dirty="0">
                <a:solidFill>
                  <a:srgbClr val="222933"/>
                </a:solidFill>
                <a:latin typeface="맑은 고딕"/>
              </a:rPr>
              <a:t>•  ① DB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파일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만들기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: 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터미널에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 python run_sql.py 01_crud.sql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900" b="0" dirty="0">
                <a:solidFill>
                  <a:srgbClr val="6B7A8C"/>
                </a:solidFill>
                <a:latin typeface="맑은 고딕"/>
              </a:rPr>
              <a:t>–  →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폴더에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chat.db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가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생긴다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(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터미널에도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결과가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표로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나옴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)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 dirty="0">
                <a:solidFill>
                  <a:srgbClr val="222933"/>
                </a:solidFill>
                <a:latin typeface="맑은 고딕"/>
              </a:rPr>
              <a:t>•  ②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데이터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눈으로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보기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: 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탐색기에서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chat.db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클릭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→ SQLite Viewer 가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연다</a:t>
            </a:r>
            <a:endParaRPr sz="2200" b="1" dirty="0">
              <a:solidFill>
                <a:srgbClr val="222933"/>
              </a:solidFill>
              <a:latin typeface="맑은 고딕"/>
            </a:endParaRP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 dirty="0">
                <a:solidFill>
                  <a:srgbClr val="222933"/>
                </a:solidFill>
                <a:latin typeface="맑은 고딕"/>
              </a:rPr>
              <a:t>•  ③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쿼리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직접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실행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:  02_join.sql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열고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→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Ctrl+Shift+P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→ "SQLite: Run Query" →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chat.db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선택</a:t>
            </a:r>
            <a:endParaRPr sz="2200" b="1" dirty="0">
              <a:solidFill>
                <a:srgbClr val="222933"/>
              </a:solidFill>
              <a:latin typeface="맑은 고딕"/>
            </a:endParaRP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 dirty="0">
                <a:solidFill>
                  <a:srgbClr val="222933"/>
                </a:solidFill>
                <a:latin typeface="맑은 고딕"/>
              </a:rPr>
              <a:t>• 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확장이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없어도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python run_sql.py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만으로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결과는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다 볼 수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있다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(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설치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우리 채팅이 곧 표가 된다 (DDL)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0789920" cy="4480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--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우리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객체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→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테이블</a:t>
            </a:r>
            <a:endParaRPr sz="15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--   Session(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유저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) → users,  Room → rooms,  Message → messages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CREATE TABLE users (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user_id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 INTEGER PRIMARY KEY AUTOINCREMENT,   -- PK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nickname TEXT NOT NULL UNIQUE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CREATE TABLE messages (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message_id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INTEGER PRIMARY KEY AUTOINCREMENT,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room_id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INTEGER REFERENCES rooms(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room_id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),     -- FK → rooms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user_id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INTEGER REFERENCES users(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user_id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),     -- FK → users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content TEXT NOT NULL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722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600" b="0">
                <a:solidFill>
                  <a:srgbClr val="6B7A8C"/>
                </a:solidFill>
                <a:latin typeface="맑은 고딕"/>
              </a:rPr>
              <a:t>PK = 그 행을 유일하게 가리키는 열,  FK = 다른 표의 PK 를 가리키는 열.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데이터 다루기 4형제 — CRUD (DML)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0789920" cy="4480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0">
                <a:solidFill>
                  <a:srgbClr val="EAECF0"/>
                </a:solidFill>
                <a:latin typeface="Consolas"/>
              </a:rPr>
              <a:t>-- C: 추가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>
                <a:solidFill>
                  <a:srgbClr val="EAECF0"/>
                </a:solidFill>
                <a:latin typeface="Consolas"/>
              </a:rPr>
              <a:t>INSERT INTO messages (room_id, user_id, content) VALUES (1, 1, '안녕');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>
                <a:solidFill>
                  <a:srgbClr val="EAECF0"/>
                </a:solidFill>
                <a:latin typeface="Consolas"/>
              </a:rPr>
              <a:t>-- R: 조회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>
                <a:solidFill>
                  <a:srgbClr val="EAECF0"/>
                </a:solidFill>
                <a:latin typeface="Consolas"/>
              </a:rPr>
              <a:t>SELECT content FROM messages WHERE room_id = 1;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>
                <a:solidFill>
                  <a:srgbClr val="EAECF0"/>
                </a:solidFill>
                <a:latin typeface="Consolas"/>
              </a:rPr>
              <a:t>-- U: 수정   (WHERE 를 빼면 전체가 바뀐다! 항상 WHERE)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>
                <a:solidFill>
                  <a:srgbClr val="EAECF0"/>
                </a:solidFill>
                <a:latin typeface="Consolas"/>
              </a:rPr>
              <a:t>UPDATE messages SET content = '수정됨' WHERE message_id = 1;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>
                <a:solidFill>
                  <a:srgbClr val="EAECF0"/>
                </a:solidFill>
                <a:latin typeface="Consolas"/>
              </a:rPr>
              <a:t>-- D: 삭제   (역시 WHERE 필수)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>
                <a:solidFill>
                  <a:srgbClr val="EAECF0"/>
                </a:solidFill>
                <a:latin typeface="Consolas"/>
              </a:rPr>
              <a:t>DELETE FROM messages WHERE kind = 'EMOJI';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722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600" b="0">
                <a:solidFill>
                  <a:srgbClr val="6B7A8C"/>
                </a:solidFill>
                <a:latin typeface="맑은 고딕"/>
              </a:rPr>
              <a:t>UPDATE/DELETE 에 WHERE 빼먹기 = 실무 사고 1위. 항상 WHERE 를 먼저 쓰는 습관.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JOIN — 흩어진 표를 잇는다 (핵심)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messages 에는 user_id(숫자)만, 닉네임은 users 에 있다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둘을 '연결 고리(FK = PK)' 로 이어 함께 보여 주는 게 JOIN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900" b="0">
                <a:solidFill>
                  <a:srgbClr val="6B7A8C"/>
                </a:solidFill>
                <a:latin typeface="맑은 고딕"/>
              </a:rPr>
              <a:t>–  messages.user_id  ==  users.user_id  →  닉네임과 함께 보기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3-테이블 조인: messages + users + rooms → 누가·어느 방·무슨 말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다대다 조인: room_members + users → 방 멤버 목록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집계: GROUP BY 로 방별 메시지 수 같은 통계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직접 돌려보자 — JOIN 결과 (실제 실행)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554480"/>
            <a:ext cx="5455767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37160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SQL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057400"/>
            <a:ext cx="5455767" cy="4297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SELECT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u.nickname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AS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보낸사람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      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m.content</a:t>
            </a:r>
            <a:endParaRPr sz="13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FROM   messages m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JOIN   users u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  ON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m.user_id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=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u.user_id</a:t>
            </a:r>
            <a:endParaRPr sz="13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WHERE 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m.room_id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= 1;</a:t>
            </a:r>
          </a:p>
        </p:txBody>
      </p:sp>
      <p:sp>
        <p:nvSpPr>
          <p:cNvPr id="6" name="Rectangle 5"/>
          <p:cNvSpPr/>
          <p:nvPr/>
        </p:nvSpPr>
        <p:spPr>
          <a:xfrm>
            <a:off x="6233007" y="1554480"/>
            <a:ext cx="5455767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37160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결과 (python run_sql.py)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3007" y="2057400"/>
            <a:ext cx="5455767" cy="4297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 err="1">
                <a:solidFill>
                  <a:srgbClr val="EAECF0"/>
                </a:solidFill>
                <a:latin typeface="Consolas"/>
              </a:rPr>
              <a:t>보낸사람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│ content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─────────────────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 err="1">
                <a:solidFill>
                  <a:srgbClr val="EAECF0"/>
                </a:solidFill>
                <a:latin typeface="Consolas"/>
              </a:rPr>
              <a:t>철수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   │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얘들아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안녕</a:t>
            </a:r>
            <a:endParaRPr sz="13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 err="1">
                <a:solidFill>
                  <a:srgbClr val="EAECF0"/>
                </a:solidFill>
                <a:latin typeface="Consolas"/>
              </a:rPr>
              <a:t>영희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   │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안녕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철수</a:t>
            </a:r>
            <a:endParaRPr sz="13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 err="1">
                <a:solidFill>
                  <a:srgbClr val="EAECF0"/>
                </a:solidFill>
                <a:latin typeface="Consolas"/>
              </a:rPr>
              <a:t>영희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   │ smile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→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숫자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(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user_id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)가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 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닉네임으로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이어졌다</a:t>
            </a:r>
            <a:endParaRPr sz="1300" b="0" dirty="0">
              <a:solidFill>
                <a:srgbClr val="EAECF0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프로젝트에 붙이기 — SqliteRoomRepository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week07~08 의 계약 그대로: create / find / save / all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구현만 SQLite 로 — InMemory → File → SQLite (부품 하나 더)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900" b="0">
                <a:solidFill>
                  <a:srgbClr val="6B7A8C"/>
                </a:solidFill>
                <a:latin typeface="맑은 고딕"/>
              </a:rPr>
              <a:t>–  build_server() 에서 rooms = SqliteRoomRepository("chat.db") 로 교체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서버·Room·명령 코드는 한 줄도 안 바뀐다 (계약으로 격리했으니까)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정답은 안 준다 — sqlite_repository_hint.py 의 TODO 를 스스로 채운다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900" b="0">
                <a:solidFill>
                  <a:srgbClr val="6B7A8C"/>
                </a:solidFill>
                <a:latin typeface="맑은 고딕"/>
              </a:rPr>
              <a:t>–  ⚠️ 값은 반드시 ? 파라미터로 (문자열 합치기 = SQL 주입 위험)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2E86C1"/>
                </a:solidFill>
                <a:latin typeface="맑은 고딕"/>
              </a:rPr>
              <a:t>오늘 손에 남는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</a:rPr>
              <a:t>계약으로 격리하면,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</a:rPr>
              <a:t>DB 를 통째로 갈아끼울 수 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•  SQL 은 CREATE + CRUD + JOIN 만으로 충분히 시작한다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•  우리 객체(Room·유저·메시지)가 곧 표 — PK/FK 로 잇는다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•  DB 는 RoomRepository 의 또 다른 구현체 (Strategy/DI 재확인)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•  나중에 MySQL 로? MysqlRoomRepository 하나 더 + build 한 줄 = 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직접 해보기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python run_sql.py 01_crud.sql / 02_join.sql 을 돌려 결과를 확인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room_members(다대다) 를 스스로 설계 — 왜 복합 PK 인지 한 줄로 설명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"각 방의 마지막 메시지" 를 뽑는 SELECT 를 직접 작성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sqlite_repository_hint.py 의 create/find/all 을 완성해 방 저장/복원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(생각) MySQL 로 바꾼다면 어디를 고치고, 서버.py 는 왜 안 고쳐도 되나?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1417</Words>
  <Application>Microsoft Office PowerPoint</Application>
  <PresentationFormat>와이드스크린</PresentationFormat>
  <Paragraphs>131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Byungil Han</cp:lastModifiedBy>
  <cp:revision>4</cp:revision>
  <dcterms:created xsi:type="dcterms:W3CDTF">2013-01-27T09:14:16Z</dcterms:created>
  <dcterms:modified xsi:type="dcterms:W3CDTF">2026-08-20T00:52:55Z</dcterms:modified>
  <cp:category/>
</cp:coreProperties>
</file>