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93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마지막 회차: 웹 클라이언트로 마무리하고, 1~10주 전체를 한 번에 되짚는다.</a:t>
            </a:r>
          </a:p>
          <a:p>
            <a:r>
              <a:t>핵심 메시지: '서버 두뇌는 그대로, 통로만 WebSocket 으로 갈아끼웠다' — DI/Repository 의 결실.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브라우저는 raw TCP 를 못 쓴다 → WebSocket. 그런데 서버 두뇌(ChatServer/Room/Repository)는</a:t>
            </a:r>
          </a:p>
          <a:p>
            <a:r>
              <a:t>계약으로 분리돼 있어서, 통로(Transport)만 WebSocket 으로 바꾸면 그대로 붙는다.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한 장이 '전체가 어떻게 연결돼 도는지'다. serve.py 가 파일서버(http)와 채팅서버(ws)를 함께 띄운다.</a:t>
            </a:r>
          </a:p>
          <a:p>
            <a:r>
              <a:t>④의 ChatServer 는 8주차 그대로 — 웹을 위해 두뇌를 새로 만들지 않았다는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DI/계약의 결실을 정리. 통로(Transport)만 갈아끼우면 터미널·웹 어디든 붙는다.</a:t>
            </a:r>
          </a:p>
          <a:p>
            <a:r>
              <a:t>브라우저 codec.js 는 파이썬 codec.py 와 '같은 약속' 이라 서로 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요청 기능이 다 들어갔다. 방마다 창을 하나만 유지(같은 방 재클릭 시 새 연결 안 만듦).</a:t>
            </a:r>
          </a:p>
          <a:p>
            <a:r>
              <a:t>codec_test.html 로 브라우저 AES 가 파이썬과 통하는지 먼저 확인하는 흐름.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http:https = ws:wss 로 기억. 지금은 로컬이라 ws://localhost(평문), 배포 땐 wss://.</a:t>
            </a:r>
          </a:p>
          <a:p>
            <a:r>
              <a:t>wss 는 키를 코드·회선에 남기지 않고(키 교환) 서버 신원까지 확인한다 — 우리 AES 가 못 하는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마무리 활동: 학생에게 codec.js 를 열어 열쇠를 직접 찾게 하고 '이게 안전할까?' 를 묻는다.</a:t>
            </a:r>
          </a:p>
          <a:p>
            <a:r>
              <a:t>5주차 XOR → 6주차 스니퍼 → 10주차 웹 AES 노출 → wss. 보안 서사의 완성.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'느끼게 한 다음 도구를 꺼낸다' 가 매주 반복됐다. 절차적 → 객체 → 다형성 → DI → 방 → 정리 → DB → 웹.</a:t>
            </a:r>
          </a:p>
          <a:p>
            <a:r>
              <a:t>if/elif 로 시작한 코드가 지금 어떻게 변했는지 처음과 끝을 나란히 보여 주면 좋다.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학생이 만든 코드가 곧 교과서 패턴이었음을 보여 주는 마무리. Java/C++ 어디서든 같은 이름으로 재회한다.</a:t>
            </a:r>
          </a:p>
          <a:p>
            <a:r>
              <a:t>이 어휘를 쥐여 주면 'Python 에만 갇힌다' 는 걱정이 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전체를 한 문장으로: '잘 나눠 두면 갈아끼울 수 있다'. 이게 객체지향·DI 를 배운 진짜 이유.</a:t>
            </a:r>
          </a:p>
          <a:p>
            <a:r>
              <a:t>마지막으로 보안(진짜는 TLS) 을 다시 못 박으며 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다음 걸음을 안내. 특히 '파이썬 클라 이식' 은 이 웹 클라가 확정한 프로토콜을 그대로 옮기는 것.</a:t>
            </a:r>
          </a:p>
          <a:p>
            <a:r>
              <a:t>회고 질문으로 12주(또는 마지막)를 닫는다.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 · 최종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우리가 만든 메신저, 웹으로 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브라우저 클라이언트 · WebSocket, 그리고 전체 여정 정리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터미널·앱·웹이 같은 채팅에 붙는다.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어떻게 가능했을까?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서버를 '두뇌'와 '통로'로 나눠 뒀기 때문 — 통로만 갈아끼우면 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전체 시스템 구성 — 서비스가 도는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①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브라우저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(client/)   rooms.html · chat.html · codec.js · messages.js · app.js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│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메시지를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AES 로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암호화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(pipe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포맷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해서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보냄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▼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② WebSocket   ws://localhost:8765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▼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③ server/ws_server.py 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WSConn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이 WebSocket 을 '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소켓처럼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'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보이게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함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│  (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통로만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WS,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두뇌는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그대로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▼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④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ChatServer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(8주차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두뇌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)   Room ·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RoomRepository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·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CommandHandler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       │  codec.py · messages.py 로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해독→처리→방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멤버에게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다시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전송</a:t>
            </a:r>
            <a:endParaRPr sz="1500" b="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b="0" dirty="0">
                <a:solidFill>
                  <a:srgbClr val="EAECF0"/>
                </a:solidFill>
                <a:latin typeface="Consolas"/>
              </a:rPr>
              <a:t>※ serve.py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하나가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:  client/ → http://:8000,   server/ → ws://:8765 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동시</a:t>
            </a:r>
            <a:r>
              <a:rPr sz="1500" b="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b="0" dirty="0" err="1">
                <a:solidFill>
                  <a:srgbClr val="EAECF0"/>
                </a:solidFill>
                <a:latin typeface="Consolas"/>
              </a:rPr>
              <a:t>실행</a:t>
            </a:r>
            <a:endParaRPr sz="1500" b="0" dirty="0">
              <a:solidFill>
                <a:srgbClr val="EAECF0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브라우저(client/) ↔ WebSocket ↔ ws_server(통로) ↔ ChatServer 두뇌(server/).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서버는 그대로, 통로만 갈아끼웠다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ws_server.py 는 build_server() 로 만든 '그 두뇌' 를 그대로 쓴다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WSConn: WebSocket 에 sendall 만 흉내 내는 얇은 어댑터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→ ChatServer·Room·CommandHandler 를 한 줄도 안 고쳤다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메시지 약속(AES · pipe 포맷)도 파이썬과 완전히 동일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client/codec.js ↔ server/codec.py,   messages.js ↔ messages.py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이게 5주차 계약(Codec/Repository)으로 분리해 둔 진짜 이유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웹 클라이언트가 하는 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방 리스트 화면 → 방 만들기 · 클릭하면 새 창으로 대화창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대화: 입장하면 기존 대화 '최근 5개' 를 먼저 보여 준다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내가 보낸 말은 오른쪽(노랑), 남의 말은 왼쪽 — 카카오톡처럼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파일 전송(base64) · 이모티콘(😄❤️👍😢😮)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순수 HTML + JavaScript (프레임워크·빌드 없음)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ws:// 와 wss:// — 통로의 보안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24128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ws://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wss://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정체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WebSocket 평문 (그냥 TCP 위)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WebSocket + TLS (암호화 통로)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비유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http://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https://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회선에서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그대로 보임 (스니퍼가 읽음)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안 보임 (중간자 못 읽음)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열쇠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앱에서 AES 하면 코드에 노출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접속마다 새 키 교환 (노출 없음)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서버 인증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인증서로 '진짜 서버' 확인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17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끝의 s = Secure = TLS. wss 는 통로 자체를 암호화 → "진짜 보안은 TLS(=wss)".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그런데 — 우리 AES 는 '진짜 보안'이 아니다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codec.js 는 브라우저로 다운로드된다 → 누구나 소스보기로 열쇠를 본다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const PASSPHRASE = "우리반-공용-비밀열쇠-2026"  ← 그대로 보임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열쇠가 공개면, 회선을 캡처한 사람은 AES 라도 다 복호화한다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5주차 XOR 교훈 그대로: '열쇠가 코드에 박히면 진짜 보안 아님'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진짜 답은 wss(TLS): 키 교환 + 서버 인증 (코드·회선에 열쇠 없음)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우리가 걸어온 길 (1 → 10주)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1~2주: 소켓 · 브로드캐스트 — 절차적으로 '되게' 만들기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3주: 파일 전송 → if/elif 분기 지옥 (고통)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4주: 메시지를 객체로 · 다형성 (Factory 등장)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5주: Codec · 의존성 주입 · 계약 (Strategy) + 평문 탈취 데모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6~7주: 방 — 전역 dict(엉성) → Room 객체 + Repository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8주: 서버 리팩터링 — Session · Command 로 협력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9주(번외): 데이터베이스 — SQLite, Repository 의 또 다른 구현체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10주: 웹 클라이언트 — 통로만 WebSocket 으로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사실 — 우리가 만든 게 '교과서 패턴' 이었다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00200"/>
          <a:ext cx="1024128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패턴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우리 코드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한 일</a:t>
                      </a:r>
                    </a:p>
                  </a:txBody>
                  <a:tcPr marL="109728" marR="109728" marT="36576" marB="36576" anchor="ctr">
                    <a:solidFill>
                      <a:srgbClr val="2E86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Factory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from_wire · make_message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알맞은 객체를 만들어 줌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Strategy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Codec (평문↔AES)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동작(알고리즘)을 갈아끼움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Repository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RoomRepository (메모리↔파일↔DB)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저장 방식을 갈아끼움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의존성 주입(DI)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ChatServer(codec, rooms, ...)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933"/>
                          </a:solidFill>
                          <a:latin typeface="맑은 고딕"/>
                        </a:rPr>
                        <a:t>부품을 밖에서 꽂음</a:t>
                      </a:r>
                    </a:p>
                  </a:txBody>
                  <a:tcPr marL="109728" marR="109728" marT="36576" marB="36576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2179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새 개념이 아니다 — 우리가 만들어 쓰던 것에 '이름' 을 붙인 것. 다른 언어에서도 같은 이름으로 만난다.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잘 나눠 두면,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무엇이든 갈아끼울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통로(터미널·웹), 부품(Codec·저장소), 저장(메모리·파일·DB) — 다 교체 가능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그 비결은 '계약으로 분리' — 5주차부터 쌓아온 설계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if/elif 로 시작한 코드가, 이름표 붙은 교과서 패턴으로 자랐다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그리고 — 진짜 보안은 코드에 박은 열쇠가 아니라 TLS(wss)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더 나아가기 (확장 과제)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파이썬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웹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클라이언트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: PROTOCOL.md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보고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websockets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이식</a:t>
            </a:r>
            <a:endParaRPr lang="en-US"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sz="2200" b="1" dirty="0">
                <a:solidFill>
                  <a:srgbClr val="222933"/>
                </a:solidFill>
                <a:latin typeface="맑은 고딕"/>
              </a:rPr>
              <a:t>   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서버·codec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재사용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wss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(TLS) 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배포해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'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진짜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전송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보안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' 을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붙여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보기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로그인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/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회원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,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메시지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DB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영구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저장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(9주차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SqliteRoomRepository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완성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읽음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표시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·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알림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·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이모티콘을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스티커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파일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)로 (4주차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도전과제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연장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회고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 if/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elif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시작했던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코드가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지금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어떻게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변했나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1326</Words>
  <Application>Microsoft Office PowerPoint</Application>
  <PresentationFormat>와이드스크린</PresentationFormat>
  <Paragraphs>123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Byungil Han</cp:lastModifiedBy>
  <cp:revision>2</cp:revision>
  <dcterms:created xsi:type="dcterms:W3CDTF">2013-01-27T09:14:16Z</dcterms:created>
  <dcterms:modified xsi:type="dcterms:W3CDTF">2026-08-20T00:45:25Z</dcterms:modified>
  <cp:category/>
</cp:coreProperties>
</file>